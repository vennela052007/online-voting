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9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90E21-841D-49A1-9340-A09806E1648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4AF66-3457-49D2-9B11-68261AD61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73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622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27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16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93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99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38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796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4AF66-3457-49D2-9B11-68261AD619C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8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63E-1F7A-0DD7-17EA-CE6D2F19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4B927-4273-CE9F-7A5E-8AC49D569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D7AC-3E0A-0317-7994-F987C5B0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C71FA-E525-FBC1-5009-61353E71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9C58F-C50A-E27C-678E-E00A638A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53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5A8A-CF0B-DF71-8DEA-83B66D42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F025A-C53F-041B-61CC-E74DEAC3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47E51-6B47-4C0C-432E-7240B7CEB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9BF7-0EAB-2694-5990-52A6E2A4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885DF-03D0-6331-5F94-837607C9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4109-8646-A2DD-444B-3D7B58B9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0EC0F-C90E-05C8-ACAE-21E523FCE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C23F-7E50-1661-8561-4FDA930D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2786B-0E9B-5F53-8770-C269F262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C595B-4CEC-3E8A-E0E2-015B4C6D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5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67D3-BB1B-13A3-23F1-74F4073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85DD-E1D8-1A7F-6D3D-4422C137A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A7D8-CAB1-E992-3CBB-CEB6CED07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BF586-555B-A3C0-1114-F9D66A4F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87D8E-436A-847D-335B-39C4B99A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BAF99-7902-2921-A29F-BA342DB3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5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C177-75F8-2174-0DB7-BDCDB660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CE59D-933F-8AFF-9E92-FB53F815E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5015A-8080-D5B1-F0D3-D48D21856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44683-BA77-D730-89E7-2DCDED1D2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26A95-FA7D-70D9-CF20-F45D1782A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33964-B28A-682C-057B-3CB7C718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C14C6-5EA4-051C-02F0-23660B60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4CF41-7950-1F5D-0B8E-E1257C48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644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B139-FD47-0A1B-6453-9BFE092E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734D9-C79E-BC7E-BEF1-201402859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32D2A-6619-ED9E-735D-CC8F1704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CA069A-875B-6EAD-0454-49BE8CEF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35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47D44-488F-5E35-5E01-D0DA7EBE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42E1DE-5159-CEF7-B89E-D98C1459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5C04-BAB4-6CF1-2B4A-20538965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5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486B-5FDD-8FFA-F626-3A558FD97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7AA3-27E5-FB42-4376-516E33D71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E63EF-693A-4A0F-DC0E-33246F39A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F45B-564D-A4B5-5246-A04A9BD9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63CE-656C-38FC-073E-99DFB7546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70A89-125E-D830-2580-EDBB1ED5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0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0039-8BA6-DE4A-6FFC-FAA7BE6A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BBE3F-AE8D-A464-8572-F8364A11C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F5E2B-428E-A2A5-5B59-B0B125122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B6405-58F0-13CA-89D8-75F64199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9E6DC-9CE6-731D-83E8-0EFAF177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6624E-09D2-F4F3-EF8B-37F05859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2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9EB3-9B6B-FF9B-D2E4-6131BCA1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5D8D4-C71C-D636-A2FA-A733DB8C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85B2-E8DF-F91F-3D53-78984CEF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D4C6A-48AD-4503-AA8A-486ACF07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2F35B-56D2-5F79-852D-32CB97CA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52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1818A-6C1B-2340-0297-11CD7F8DB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EF887-07F9-1429-AC2A-DE2BE6C32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2607-A5A8-9099-B801-20C5DBD4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6E554-F3F8-E074-0D45-3E45F1CB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54BD8-7399-E93A-5285-70CB1742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52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B2367-1CCC-556D-63B0-38401E49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3C139-4F57-EDE3-DC57-46D6118B7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CC10F-CE76-45F6-0A16-3AE5865D1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4804F-3741-4D98-B135-0D3ADD069AB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26C71-C9CA-B575-F24C-0863F04A6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5CB06-CFD3-26FA-F7F0-D543C8349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981F6-328D-4508-AF5A-6BFA4B9A7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2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9A22E-8C3C-573E-5A00-7A88FA715511}"/>
              </a:ext>
            </a:extLst>
          </p:cNvPr>
          <p:cNvSpPr txBox="1"/>
          <p:nvPr/>
        </p:nvSpPr>
        <p:spPr>
          <a:xfrm>
            <a:off x="762000" y="1651000"/>
            <a:ext cx="762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400" b="1">
                <a:solidFill>
                  <a:srgbClr val="123B5D"/>
                </a:solidFill>
                <a:latin typeface="Arial" panose="020B0604020202020204" pitchFamily="34" charset="0"/>
              </a:rPr>
              <a:t>ONLINE VOTING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D6771-43CC-696A-1F7B-E20E7292CA12}"/>
              </a:ext>
            </a:extLst>
          </p:cNvPr>
          <p:cNvSpPr txBox="1"/>
          <p:nvPr/>
        </p:nvSpPr>
        <p:spPr>
          <a:xfrm>
            <a:off x="825500" y="27305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400">
                <a:solidFill>
                  <a:srgbClr val="D05C38"/>
                </a:solidFill>
                <a:latin typeface="Arial" panose="020B0604020202020204" pitchFamily="34" charset="0"/>
              </a:rPr>
              <a:t>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DF0AF-AE0A-E937-AC3B-00E850BCC346}"/>
              </a:ext>
            </a:extLst>
          </p:cNvPr>
          <p:cNvSpPr txBox="1"/>
          <p:nvPr/>
        </p:nvSpPr>
        <p:spPr>
          <a:xfrm>
            <a:off x="825500" y="3619500"/>
            <a:ext cx="635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43044"/>
                </a:solidFill>
                <a:latin typeface="Arial" panose="020B0604020202020204" pitchFamily="34" charset="0"/>
              </a:rPr>
              <a:t>A simple web-based voting application</a:t>
            </a:r>
            <a:endParaRPr lang="en-IN" sz="20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B2BD7-875F-ABAB-2FE5-A0FC95266656}"/>
              </a:ext>
            </a:extLst>
          </p:cNvPr>
          <p:cNvSpPr txBox="1"/>
          <p:nvPr/>
        </p:nvSpPr>
        <p:spPr>
          <a:xfrm>
            <a:off x="825500" y="4445000"/>
            <a:ext cx="635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657482"/>
                </a:solidFill>
                <a:latin typeface="Arial" panose="020B0604020202020204" pitchFamily="34" charset="0"/>
              </a:rPr>
              <a:t>Created using HTML, CSS and JavaScript</a:t>
            </a:r>
            <a:endParaRPr lang="en-IN" sz="1600">
              <a:solidFill>
                <a:srgbClr val="65748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8A33EC-6DC1-AFE1-49E1-C2B9C6A9C105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1. Project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5E3F75-2BC2-ED1D-F6B2-300A691AEEBD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F822D-AF04-4B60-3889-786B98DD2F7B}"/>
              </a:ext>
            </a:extLst>
          </p:cNvPr>
          <p:cNvSpPr txBox="1"/>
          <p:nvPr/>
        </p:nvSpPr>
        <p:spPr>
          <a:xfrm>
            <a:off x="889000" y="1524000"/>
            <a:ext cx="7366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To provide a simple online method for voting.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To allow eligible users to register and login.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To allow an admin to manage candidates and election status.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To store project data in browser Local Storage.</a:t>
            </a:r>
            <a:endParaRPr lang="en-IN" sz="21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30923-32BF-134C-9E19-9E91147DBA0B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2. Technologies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42DD50-1819-3A32-B07D-7C3929CAC84A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8910A-03C0-B3D8-C862-8A664D5CA333}"/>
              </a:ext>
            </a:extLst>
          </p:cNvPr>
          <p:cNvSpPr txBox="1"/>
          <p:nvPr/>
        </p:nvSpPr>
        <p:spPr>
          <a:xfrm>
            <a:off x="889000" y="1524000"/>
            <a:ext cx="7366000" cy="23544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HTML: Creates pages, forms and dashboard structure.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CSS: Provides simple Grid/Flexbox layout and styling.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JavaScript: Handles validation, login, navigation and voting.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Local Storage: Stores users, candidates, votes and election status.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No backend or database is used.</a:t>
            </a:r>
          </a:p>
        </p:txBody>
      </p:sp>
    </p:spTree>
    <p:extLst>
      <p:ext uri="{BB962C8B-B14F-4D97-AF65-F5344CB8AC3E}">
        <p14:creationId xmlns:p14="http://schemas.microsoft.com/office/powerpoint/2010/main" val="284871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C033A6-F40C-C26A-E4F7-04FD37106F65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3. Main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90508B-BF93-42C9-1E4F-D27BE954BD0F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6DC45-C522-2A78-01A0-EA518BB949E7}"/>
              </a:ext>
            </a:extLst>
          </p:cNvPr>
          <p:cNvSpPr txBox="1"/>
          <p:nvPr/>
        </p:nvSpPr>
        <p:spPr>
          <a:xfrm>
            <a:off x="889000" y="1524000"/>
            <a:ext cx="7366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Admin Module: login, candidate management and results.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User Module: signup, login and voting.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Home Page: links users to login and signup.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Shared JavaScript: controls page-wise actions.</a:t>
            </a:r>
          </a:p>
        </p:txBody>
      </p:sp>
    </p:spTree>
    <p:extLst>
      <p:ext uri="{BB962C8B-B14F-4D97-AF65-F5344CB8AC3E}">
        <p14:creationId xmlns:p14="http://schemas.microsoft.com/office/powerpoint/2010/main" val="140383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0F7ECF-F513-E837-7E9A-ADC28254357C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4. Admin Module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3DDD1-D8F7-4B17-ED23-CBDEEC4DDDD5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2EBF7-0BD0-C016-CD0D-365EFDA7AEAB}"/>
              </a:ext>
            </a:extLst>
          </p:cNvPr>
          <p:cNvSpPr txBox="1"/>
          <p:nvPr/>
        </p:nvSpPr>
        <p:spPr>
          <a:xfrm>
            <a:off x="889000" y="1524000"/>
            <a:ext cx="7366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logs in with the fixed demo account.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starts or stops the election.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adds or deletes candidates.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views registered voters.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views the number of votes for each candidate.</a:t>
            </a:r>
            <a:endParaRPr lang="en-IN" sz="21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8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3E6FF-F8A2-1DEF-CC1D-D215CDEB36F8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5. User Module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375C8-55DE-72BA-3BE5-06BD5421AB4F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B6451-E7E4-168F-7B66-4E883CCDDB2B}"/>
              </a:ext>
            </a:extLst>
          </p:cNvPr>
          <p:cNvSpPr txBox="1"/>
          <p:nvPr/>
        </p:nvSpPr>
        <p:spPr>
          <a:xfrm>
            <a:off x="889000" y="1524000"/>
            <a:ext cx="7366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New users enter name, date of birth, email and password.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JavaScript checks that the user is at least 18 years old.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Users login using their saved email and password.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Users select one candidate and submit their vote.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 confirmation message is displayed after voting.</a:t>
            </a:r>
            <a:endParaRPr lang="en-IN" sz="21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0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DA8B8-4357-8A58-A71B-DABA89FCD8EA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6. Voting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6B484-2840-371E-9CC6-4511C22CF459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00A54-A152-3AF3-B3AC-9AF81AE0C17A}"/>
              </a:ext>
            </a:extLst>
          </p:cNvPr>
          <p:cNvSpPr txBox="1"/>
          <p:nvPr/>
        </p:nvSpPr>
        <p:spPr>
          <a:xfrm>
            <a:off x="889000" y="1524000"/>
            <a:ext cx="7366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Admin opens the election.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User logs into the voter dashboard.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User selects one candidate.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Vote is saved with the user email and candidate ID.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The same email cannot vote a second time.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Voting is disabled when the election is closed.</a:t>
            </a:r>
            <a:endParaRPr lang="en-IN" sz="21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377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15AAD0-9447-3C0A-C019-0751C0574D66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7. Local Storage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EE03D-0F0A-9684-127B-DF0DE7E05E70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5C232-0316-02C7-882B-CCCDCD58556B}"/>
              </a:ext>
            </a:extLst>
          </p:cNvPr>
          <p:cNvSpPr txBox="1"/>
          <p:nvPr/>
        </p:nvSpPr>
        <p:spPr>
          <a:xfrm>
            <a:off x="889000" y="1524000"/>
            <a:ext cx="7366000" cy="1708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users: stores registered voter details.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candidates: stores candidate names and groups.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votes: stores each voter email and selected candidate.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electionOpen: stores whether voting is open or closed.</a:t>
            </a:r>
          </a:p>
          <a:p>
            <a:r>
              <a:rPr lang="en-IN" sz="2100">
                <a:solidFill>
                  <a:srgbClr val="243044"/>
                </a:solidFill>
                <a:latin typeface="Arial" panose="020B0604020202020204" pitchFamily="34" charset="0"/>
              </a:rPr>
              <a:t>â€¢ currentUser: stores the active login session.</a:t>
            </a:r>
          </a:p>
        </p:txBody>
      </p:sp>
    </p:spTree>
    <p:extLst>
      <p:ext uri="{BB962C8B-B14F-4D97-AF65-F5344CB8AC3E}">
        <p14:creationId xmlns:p14="http://schemas.microsoft.com/office/powerpoint/2010/main" val="165617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7A38B-F23A-5441-4538-73D8E9041BC8}"/>
              </a:ext>
            </a:extLst>
          </p:cNvPr>
          <p:cNvSpPr txBox="1"/>
          <p:nvPr/>
        </p:nvSpPr>
        <p:spPr>
          <a:xfrm>
            <a:off x="571500" y="355600"/>
            <a:ext cx="787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>
                <a:solidFill>
                  <a:srgbClr val="123B5D"/>
                </a:solidFill>
                <a:latin typeface="Arial" panose="020B0604020202020204" pitchFamily="34" charset="0"/>
              </a:rPr>
              <a:t>8. 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6175F1-BBBC-085B-4C84-AAAC286E3EB9}"/>
              </a:ext>
            </a:extLst>
          </p:cNvPr>
          <p:cNvSpPr/>
          <p:nvPr/>
        </p:nvSpPr>
        <p:spPr>
          <a:xfrm>
            <a:off x="571500" y="1041400"/>
            <a:ext cx="8001000" cy="50800"/>
          </a:xfrm>
          <a:prstGeom prst="rect">
            <a:avLst/>
          </a:prstGeom>
          <a:solidFill>
            <a:srgbClr val="D05C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DA117-E718-5824-EF36-163937D90A40}"/>
              </a:ext>
            </a:extLst>
          </p:cNvPr>
          <p:cNvSpPr txBox="1"/>
          <p:nvPr/>
        </p:nvSpPr>
        <p:spPr>
          <a:xfrm>
            <a:off x="889000" y="1524000"/>
            <a:ext cx="7366000" cy="23544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The project demonstrates a basic online voting workflow.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It includes separate admin and user modules.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It uses simple beginner-friendly code.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It works directly in a web browser without a server.</a:t>
            </a:r>
          </a:p>
          <a:p>
            <a:r>
              <a:rPr lang="en-US" sz="2100">
                <a:solidFill>
                  <a:srgbClr val="243044"/>
                </a:solidFill>
                <a:latin typeface="Arial" panose="020B0604020202020204" pitchFamily="34" charset="0"/>
              </a:rPr>
              <a:t>â€¢ The project can later be extended with a real backend and database.</a:t>
            </a:r>
            <a:endParaRPr lang="en-IN" sz="2100">
              <a:solidFill>
                <a:srgbClr val="24304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21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On-screen Show (16:9)</PresentationFormat>
  <Paragraphs>59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CHENNUPATI VENNELA</dc:creator>
  <cp:lastModifiedBy>CHENNUPATI VENNELA</cp:lastModifiedBy>
  <cp:revision>1</cp:revision>
  <dcterms:created xsi:type="dcterms:W3CDTF">2026-09-23T10:43:02Z</dcterms:created>
  <dcterms:modified xsi:type="dcterms:W3CDTF">2026-09-23T10:43:02Z</dcterms:modified>
</cp:coreProperties>
</file>